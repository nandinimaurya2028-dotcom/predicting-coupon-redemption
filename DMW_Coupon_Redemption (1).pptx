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8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REDEMPTION &amp;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D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Warehousing (DMW) 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Weka  |  Jupyter (Python)  |  Power BI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Nandini Maurya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DD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 BSC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383280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issue coupons to boost sales and loyalty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coupon gets used  redemption rate is low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helps find who redeems and why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Predict Coupon Redemption  and </a:t>
            </a:r>
            <a:r>
              <a:rPr lang="en-US" sz="2000" dirty="0" err="1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 Behavior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1669" y="1143000"/>
            <a:ext cx="4298891" cy="3383280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4893" y="1234440"/>
            <a:ext cx="3982787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Predicting Coupon Redemption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 files (train, test, campaign, transactions, items, coupon, demography)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records: 78,369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redemption_status (0 = No, 1 = Yes)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file: DMW Coupon Redemption (Jupyter Notebook)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39" y="1143000"/>
            <a:ext cx="4298891" cy="3383280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19" y="1234440"/>
            <a:ext cx="3922231" cy="2956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total_quantity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total_sales_value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transaction_count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total_other_discount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total_coupon_discount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campaign_type, age_range, campaign_id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5613" y="1143000"/>
            <a:ext cx="4323719" cy="3383280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2504" y="1234440"/>
            <a:ext cx="41057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redemption is very low 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which customers will redeem a coupon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is wasted on non-redeemers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71836" y="1143000"/>
            <a:ext cx="3914964" cy="3383280"/>
          </a:xfrm>
          <a:prstGeom prst="roundRect">
            <a:avLst>
              <a:gd name="adj" fmla="val 2941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80837" y="1410962"/>
            <a:ext cx="3623083" cy="2749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redemption status for each customer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behavior by age, campaign type &amp; campaign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Used: Random Forest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383280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many decision trees (bagging)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setting: 100 trees, 10-fold cross-validation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 and the majority vote is final class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numeric attributes well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vs a single tree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Solve the Problem?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42225" y="1301960"/>
            <a:ext cx="8290156" cy="3130761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3338" y="1846967"/>
            <a:ext cx="7272810" cy="177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make predictions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more likely to redeem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target likely customers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effective decisions making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(Jupyter)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mnt/user-data/uploads/179131264947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13433"/>
            <a:ext cx="3235036" cy="2286000"/>
          </a:xfrm>
          <a:prstGeom prst="rect">
            <a:avLst/>
          </a:prstGeom>
        </p:spPr>
      </p:pic>
      <p:pic>
        <p:nvPicPr>
          <p:cNvPr id="6" name="Image 1" descr="/mnt/user-data/uploads/179131267228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996" y="1051560"/>
            <a:ext cx="4484414" cy="2286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364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code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057996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3863490"/>
            <a:ext cx="8229600" cy="1132887"/>
          </a:xfrm>
          <a:prstGeom prst="roundRect">
            <a:avLst>
              <a:gd name="adj" fmla="val 833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4119522"/>
            <a:ext cx="7863840" cy="543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Coupon </a:t>
            </a:r>
            <a:r>
              <a:rPr lang="en-US" sz="130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( </a:t>
            </a: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CSVs, cleaned &amp; used Random Forest 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100 trees, class_weight = balanced, 80/20 split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98% accuracy but class 1 recall only 0.12 and refined model raised recall to 0.68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/mnt/user-data/uploads/179131003233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760720" cy="32100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04906"/>
            <a:ext cx="2468880" cy="2902381"/>
          </a:xfrm>
          <a:prstGeom prst="roundRect">
            <a:avLst>
              <a:gd name="adj" fmla="val 3704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574464"/>
            <a:ext cx="2103120" cy="2591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151.80M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Transactions: 60M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1K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rate: 0.93%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redeemed: 729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 X: 1.10% vs Y: 0.45%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36-45 spend the most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Output (Random Forest)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/mnt/user-data/uploads/179130999530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80" y="1112722"/>
            <a:ext cx="5760720" cy="33948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57118" y="3004198"/>
            <a:ext cx="2493102" cy="1952638"/>
          </a:xfrm>
          <a:prstGeom prst="roundRect">
            <a:avLst>
              <a:gd name="adj" fmla="val 3704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8524" y="3342707"/>
            <a:ext cx="2192139" cy="12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100 trees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cross-validation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77,546 (98.95%)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Incorrect: 823 (1.05%)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time: 19.45 sec</a:t>
            </a:r>
            <a:endParaRPr lang="en-US" sz="13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17A4C96-D22C-4E2B-8785-1EC15D741376}"/>
              </a:ext>
            </a:extLst>
          </p:cNvPr>
          <p:cNvSpPr txBox="1"/>
          <p:nvPr/>
        </p:nvSpPr>
        <p:spPr>
          <a:xfrm>
            <a:off x="1918273" y="2311888"/>
            <a:ext cx="249703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7C07076-9AAA-8B8D-1B13-6D9FEBD1C6F7}"/>
              </a:ext>
            </a:extLst>
          </p:cNvPr>
          <p:cNvSpPr/>
          <p:nvPr/>
        </p:nvSpPr>
        <p:spPr>
          <a:xfrm>
            <a:off x="6457118" y="960120"/>
            <a:ext cx="2412562" cy="1952638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Results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98.95%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Area: 0.824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Kappa: 0.0607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recall: 0.038 (only 28 of 729 caught)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data heavily imbalanced (729 vs 77,640</a:t>
            </a:r>
            <a:r>
              <a:rPr lang="en-US" sz="11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383280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7977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98.95% accuracy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imbalanced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 is very low (0.93%)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 X performs better than 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refined model: class 1 recall 0.12 , 0.68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E7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383280"/>
          </a:xfrm>
          <a:prstGeom prst="roundRect">
            <a:avLst>
              <a:gd name="adj" fmla="val 2703"/>
            </a:avLst>
          </a:prstGeom>
          <a:solidFill>
            <a:srgbClr val="E8F1EC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Predicting Coupon Redemption 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– Machine Learning Group, University of Waikato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Python (pandas, scikit-learn) documentation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5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523</Words>
  <Application>Microsoft Office PowerPoint</Application>
  <PresentationFormat>On-screen Show (16:9)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 MAURYA</cp:lastModifiedBy>
  <cp:revision>15</cp:revision>
  <dcterms:created xsi:type="dcterms:W3CDTF">2026-10-06T18:56:33Z</dcterms:created>
  <dcterms:modified xsi:type="dcterms:W3CDTF">2026-10-09T06:21:33Z</dcterms:modified>
</cp:coreProperties>
</file>